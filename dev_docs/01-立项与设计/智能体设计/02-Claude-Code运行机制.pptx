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11887200" cy="5029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94F27"/>
                </a:solidFill>
                <a:latin typeface="Noto Sans SC"/>
              </a:defRPr>
            </a:pPr>
            <a:r>
              <a:t>Claude Code 运行机制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F927D"/>
                </a:solidFill>
                <a:latin typeface="Noto Sans SC"/>
              </a:defRPr>
            </a:pPr>
            <a:r>
              <a:t>v2 · 已补全 CLAUDE.md + 7 Agent + 14 Rules + 12 Skills · 全部 git 追踪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75488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25D42"/>
                </a:solidFill>
              </a:defRPr>
            </a:pPr>
            <a:r>
              <a:t>CLAUDE.md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75488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25D42"/>
                </a:solidFill>
              </a:defRPr>
            </a:pPr>
            <a:r>
              <a:t>7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75488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25D42"/>
                </a:solidFill>
              </a:defRPr>
            </a:pPr>
            <a:r>
              <a:t>14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75488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9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25D42"/>
                </a:solidFill>
              </a:defRPr>
            </a:pPr>
            <a:r>
              <a:t>12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4754880"/>
            <a:ext cx="16459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25D42"/>
                </a:solidFill>
              </a:defRPr>
            </a:pPr>
            <a:r>
              <a:t>55 Memories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7B66"/>
                </a:solidFill>
                <a:latin typeface="Noto Sans SC"/>
              </a:defRPr>
            </a:pPr>
            <a:r>
              <a:t>Android-AutoTests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一、启动时我得到了什么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系统注入的上下文（每次对话自动获得）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Git 状态 + 最近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01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知道当前分支、未提交改动、最近变更方向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96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当前工作目录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96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所有相对路径基于此解析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平台信息 (macOS + zsh)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906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决定shell语法、路径分隔符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85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Memory 文件索引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85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MEMORY.md加载→知道沉淀的教训、偏好、约定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79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可用工具列表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793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Bash/Read/Write/Edit/Agent/Skill/MCP等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00600"/>
            <a:ext cx="68580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73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可用 Agent/Skill 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37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.claude/agents/*.md + .claude/skills/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项目实际情况（v2 · 2026-07-16）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82880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CLAUDE.md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1901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已创建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19019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路由表·身份·铁律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242316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496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.claude/agents/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4963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7 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0" y="2496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architect/developer/prd-writer等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301752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090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.claude/rules/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090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14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3090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frontend/backend/architecture等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61188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85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.claude/hooks/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36850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6 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3685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check-boundary/doc-drift等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20624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279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.claude/skills/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279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12 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4279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auto-dev/prd-writer等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480060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873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.claude/memory/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4873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~55 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0" y="48737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教训沉淀+MEMORY.md索引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5394960"/>
            <a:ext cx="6400800" cy="502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468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dev_docs/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468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BA2C"/>
                </a:solidFill>
                <a:latin typeface="Noto Sans SC"/>
              </a:defRPr>
            </a:pPr>
            <a:r>
              <a:t>✅ 已追踪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0" y="5468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7B66"/>
                </a:solidFill>
                <a:latin typeface="Noto Sans SC"/>
              </a:defRPr>
            </a:pPr>
            <a:r>
              <a:t>PRD+ARCH+CHECKLIST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217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v1（旧版）时 CLAUDE.md、AGENTS.md、.claude/rules/ 均不存在，dev_docs/ 在 gitignore 中。</a:t>
            </a:r>
            <a:br/>
            <a:r>
              <a:t>v2 全部补齐并纳入 git 追踪。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二、我如何从项目中获取信息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0" cy="19202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7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第 1 层：上下文已有的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Memory 文件索引（MEMORY.md 加载时带入）— 包含相关教训/偏好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System prompt 中的项目信息（git status、最近 commits、可用工具）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13716000" cy="19202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第 2 层：按需读取的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dev_docs/ — 涉及功能设计→Read PRD；涉及架构→Read 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源代码 — Glob/Find 定位→Read 打开→LSP 跳转定义/引用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gen_arch_stats.py — 需要数字时运行（表数/端点数/Tool数/步骤类型）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3716000" cy="19202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52159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第 3 层：需要对比时才读的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309359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PRD vs 代码 — 验证功能是否按需求实现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72084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ARCH vs 代码 — gen_arch_stats.py --check-md 自动对比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132320"/>
            <a:ext cx="1234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• DEVELOPMENT_CHECKLIST — 开发完成后逐项自检（6组28条）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13232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文档 → 代码映射：PRD验收条件→前端index.vue+后端views.py | ARCH API表→urls.py | ARCH数据模型→models.py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三、你提问后我的处理流程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7315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收到消息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371600"/>
            <a:ext cx="2103120" cy="7315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判断类型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71600"/>
            <a:ext cx="2103120" cy="7315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确定范围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2103120" cy="7315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获取信息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1371600"/>
            <a:ext cx="2103120" cy="73152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推理/执行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0" y="1371600"/>
            <a:ext cx="2103120" cy="73152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输出结果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Step 1: 判断消息类型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A. 纯问答：「这个模块做什么的？」→ 只读，直接读文档回答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B. 代码修改：「改一下这个功能」→ 评估影响面、改代码、验证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C. 文档维护：「更新一下 PRD」→ 只改文档，不改代码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7822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D. 运行验证：「跑一下看看」→ 启动应用，操作验证，输出结果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68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Step 2: 确定范围和级别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260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🔴 大改：新增模块/改枚举/改架构 → 先读PRD→ARCH→出方案→等确认→执行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3101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🟡 增量：加功能/加API → 先读PRD→加验收条件→改代码→跑CHECKLIST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6941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🟢 修补：改文案/修CSS → 读PRD确认受影响项→改代码→检查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07822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⚪ 重构：搬家/改名 → 改代码→更新ARCH路径→跑gen_arch_stats.py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Step 3-6: 以代码修改为例的执行细节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371600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3. 获取信息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132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读PRD→读ARCH→Grep/Glob定位文件→Read确认当前内容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371600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4. 推理/执行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🔴大改→EnterPlanMode出计划等批 | 🟡增量→直接编辑+gen_arch_stats | 🟢修补→一次性改完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583679"/>
            <a:ext cx="1371600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693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5. 自检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69340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对照CHECKLIST逐项确认→PRD验收条件vs改动行为→gen_arch_stats通过？→跨模块越界？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223759"/>
            <a:ext cx="13716000" cy="5486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7333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94F27"/>
                </a:solidFill>
                <a:latin typeface="Noto Sans SC"/>
              </a:defRPr>
            </a:pPr>
            <a:r>
              <a:t>6. 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73334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说明改了什么+为什么这样改+对照了哪些PRD验收条件+gen_arch_stats结果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四、我是如何维护项目文档的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文档维护决策树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代码变更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PRD更新？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ARCH更新？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59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81359" y="1828800"/>
            <a:ext cx="3200400" cy="45720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4F27"/>
                </a:solidFill>
              </a:defRPr>
            </a:pPr>
            <a:r>
              <a:t>CHECKLIST更新？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新增模块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3774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新增子PRD+需求大纲索引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3774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新增ARCH+架构大纲依赖图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81359" y="23774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19" y="2450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新模块跨模块边界规则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新增API端点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28803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953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对应功能块验收条件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8803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953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§4 API表+1行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81359" y="28803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18519" y="29535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 除非引入新类型问题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832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新增数据表/字段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3832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§3 数据表单约束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3832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§5 数据模型ER图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81359" y="33832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18519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8620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959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新增前端组件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0" y="388620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80" y="3959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§2 交互描述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388620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3959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§2 组件树+1节点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81359" y="388620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18519" y="3959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38912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462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改StepType枚举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20" y="438912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4462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所有涉及步骤数的章节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438912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4462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架构大纲§九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81359" y="438912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18519" y="4462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gen_arch_stats自动同步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8920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965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改错误提示文案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48920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9080" y="4965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对应异常场景提示词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48920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4965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81359" y="489204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4965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3949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文件移动/重命名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31920" y="53949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9080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06640" y="53949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✅ 所有路径引用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81359" y="539496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8978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5971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4F27"/>
                </a:solidFill>
                <a:latin typeface="Noto Sans SC"/>
              </a:defRPr>
            </a:pPr>
            <a:r>
              <a:t>修CSS/样式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931920" y="58978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5971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06640" y="58978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5971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81359" y="5897880"/>
            <a:ext cx="3200400" cy="4572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18519" y="5971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836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主动读文档规则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7040880"/>
            <a:ext cx="1325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🔴 大改动：先读PRD（理解功能意图）→ 再读ARCH（理解技术约束）→ 再读代码（看现有实现）→ 三个都读完才动手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7388352"/>
            <a:ext cx="1325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🟡 增量：先读PRD对应功能块（确认验收条件）→ 读ARCH对应模块（确认文件位置）→ 改代码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7735824"/>
            <a:ext cx="1325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🟢 修补：直接读代码改 → 改完对比PRD异常场景确认文案一致 → ARCH通常不需要动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五、编写代码时我如何思考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思考链路（以"给元素表格加一个筛选条件"为例）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46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① 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前端在哪？→ frontend/src/modules/element-locator/ → ElementManager.vue</a:t>
            </a:r>
            <a:br/>
            <a:r>
              <a:t>后端在哪？→ apps/element_locator/ → views.py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828800"/>
            <a:ext cx="3246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② 参照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560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已有的筛选Tab怎么写的？→ Grep "filter"或"Tab" → 读已有代码的DOM结构和事件处理 → 用同样的模式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3246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③ 模仿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560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复制已有筛选Tab的结构 → 改label/筛选逻辑 → 编码风格完全对齐 → 不引入新的写法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18520" y="1828800"/>
            <a:ext cx="3246120" cy="25603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014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④ 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5603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改完后：→ PRD验收条件打勾 → gen_arch_stats.py通过 → CHECKLIST组1/2/4通过 → 浏览器操作确认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94F27"/>
                </a:solidFill>
                <a:latin typeface="Noto Sans SC"/>
              </a:defRPr>
            </a:pPr>
            <a:r>
              <a:t>代码风格约束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BA2C"/>
                </a:solidFill>
                <a:latin typeface="Noto Sans SC"/>
              </a:defRPr>
            </a:pPr>
            <a:r>
              <a:t>✅ 我会做的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模仿已有代码的命名、注释密度、缩进风格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08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新增API用 {ok, data|error} 统一格式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前端组件用 PascalCase.vue，JS变量 camelCase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031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数据库表用正确前缀（el_/dp_/cm_...）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1506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读PRD异常场景确认错误提示文案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4980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改完跑 gen_arch_stats.py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5A5A"/>
                </a:solidFill>
                <a:latin typeface="Noto Sans SC"/>
              </a:defRPr>
            </a:pPr>
            <a:r>
              <a:t>❌ 我不做的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760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前端直连数据库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1081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跨App import内部实现（service/runner/consumer）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4556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仪表盘中写 INSERT/UPDATE/DELETE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8031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错误提示暴露技术术语给用户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71506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硬编码 API Key 或密码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74980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→ 静默吞异常（catch必须log或报错）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六、代码出问题时我如何思考和解决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四层下钻排查（从用户症状到根因）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46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L1 浏览器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症状：页面白屏/报错/按钮没反应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工具：</a:t>
            </a:r>
            <a:br/>
            <a:r>
              <a:t>DevTools Console/Network</a:t>
            </a:r>
            <a:br/>
            <a:r>
              <a:t>Vue组件渲染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828800"/>
            <a:ext cx="3246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L2 前端编译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症状：编译失败/组件不渲染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工具：</a:t>
            </a:r>
            <a:br/>
            <a:r>
              <a:t>npx vite build</a:t>
            </a:r>
            <a:br/>
            <a:r>
              <a:t>Vue SFC语法/import路径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246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889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L3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症状：API 500/404/数据不对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工具：</a:t>
            </a:r>
            <a:br/>
            <a:r>
              <a:t>urls.py路由</a:t>
            </a:r>
            <a:br/>
            <a:r>
              <a:t>views.py逻辑+curl验证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18520" y="1828800"/>
            <a:ext cx="3246120" cy="228600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19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014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L4 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症状：数据不一致/丢失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7B66"/>
                </a:solidFill>
                <a:latin typeface="Noto Sans SC"/>
              </a:defRPr>
            </a:pPr>
            <a:r>
              <a:t>工具：</a:t>
            </a:r>
            <a:br/>
            <a:r>
              <a:t>models.py约束</a:t>
            </a:r>
            <a:br/>
            <a:r>
              <a:t>migrations+ORM查询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修复后的反思闭环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4389120" cy="10972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 1 次出现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记录到本次会话的问题清单。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029200"/>
            <a:ext cx="4389120" cy="10972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F5C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5212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 2 次出现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577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⚠ 提醒你"这个问题之前出现过，建议加规则"。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5029200"/>
            <a:ext cx="4389120" cy="109728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9" y="5212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94F27"/>
                </a:solidFill>
                <a:latin typeface="Noto Sans SC"/>
              </a:defRPr>
            </a:pPr>
            <a:r>
              <a:t>第 3+ 次出现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5577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🔴 写入 .claude/memory/ + 建议更新 CHECKLIST。同类错误不允许第4次。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B66"/>
                </a:solidFill>
                <a:latin typeface="Noto Sans SC"/>
              </a:defRPr>
            </a:pPr>
            <a:r>
              <a:t>排查流程：用户反馈 → L1浏览器 → L2前端编译 → L3 API → L4数据库 → 修复+规则沉淀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七、上下文满了我会如何处理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Context 管理策略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0" cy="10058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📦 自动压缩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280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系统自动做上下文摘要。之前的对话被压缩成摘要+保留最近几轮的完整内容。Memory文件不受影响。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3716000" cy="10058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📋 关键信息持久化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39"/>
            <a:ext cx="1280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重要的结论写入Memory（/memory命令或我主动建议）。Memory在新会话中自动加载，不受压缩影响。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3716000" cy="100584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94F27"/>
                </a:solidFill>
                <a:latin typeface="Noto Sans SC"/>
              </a:defRPr>
            </a:pPr>
            <a:r>
              <a:t>📖 文档始终可读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59"/>
            <a:ext cx="1280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PRD/ARCH/CHECKLIST在文件系统中。我需要时用Read重新读取。不依赖"记得"——依赖"能找到"。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对"上下文丢失"的防御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3716000" cy="38404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583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你的偏好/约定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583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写入 Memory → 新会话自动加载 MEMORY.md 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60720"/>
            <a:ext cx="13716000" cy="38404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155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当前任务的中间状态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155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git stash / branch / commit 保存代码进度。文档改动直接写入文件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17920"/>
            <a:ext cx="13716000" cy="38404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727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重要的讨论结论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2727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写入 dev_docs/ 对应文档或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675120"/>
            <a:ext cx="13716000" cy="38404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7299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项目事实（表数/端点数）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7299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gen_arch_stats.py 随时重新生成，不依赖记忆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7132320"/>
            <a:ext cx="13716000" cy="384048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71871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PRD 验收条件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71871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存在 MD 文件中。Read 即可恢复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八、我的能力与边界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675120" cy="6217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6FB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BA2C"/>
                </a:solidFill>
                <a:latin typeface="Noto Sans SC"/>
              </a:defRPr>
            </a:pPr>
            <a:r>
              <a:t>✅ 我能做的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读代码、改代码、写新代码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读文档、改文档、写新文档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4553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运行脚本（gen_arch_stats.py、vite build、pip install）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21024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搜索代码（Grep/Glob/LSP）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96512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启动/停止应用（python run.py start/stop）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浏览器操作（导航、点击、截图）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47488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对照PRD验收条件逐条检查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22976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对照ARCH结构描述验证一致性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98464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跨模块边界检测（gen_arch_stats.py --check-boundaries）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派发子Agent并行探索/分析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94944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理解你的意图并提案（不只执行）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371600"/>
            <a:ext cx="6675120" cy="6217920"/>
          </a:xfrm>
          <a:prstGeom prst="roundRect">
            <a:avLst/>
          </a:prstGeom>
          <a:solidFill>
            <a:srgbClr val="F7F3DF"/>
          </a:solidFill>
          <a:ln w="19050">
            <a:solidFill>
              <a:srgbClr val="E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5A5A"/>
                </a:solidFill>
                <a:latin typeface="Noto Sans SC"/>
              </a:defRPr>
            </a:pPr>
            <a:r>
              <a:t>❌ 我不能做的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945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在没有Android设备时验证截图流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0175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在没有ADB环境时真机操作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替代你做最终决策（方案给你，你批）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634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自动感知代码运行时bug（需要你反馈症状）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记住跨会话的细节（除非写入Memory）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3093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25D42"/>
                </a:solidFill>
                <a:latin typeface="Noto Sans SC"/>
              </a:defRPr>
            </a:pPr>
            <a:r>
              <a:t>→ 访问外网受限页面/API（需权限）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94F27"/>
                </a:solidFill>
                <a:latin typeface="Noto Sans SC"/>
              </a:defRPr>
            </a:pPr>
            <a:r>
              <a:t>九、你 + 我的协作模式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94F27"/>
                </a:solidFill>
                <a:latin typeface="Noto Sans SC"/>
              </a:defRPr>
            </a:pPr>
            <a:r>
              <a:t>完整协作闭环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03120"/>
            <a:ext cx="1828800" cy="11887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👤 你说</a:t>
            </a:r>
            <a:br/>
            <a:r>
              <a:t>"要做什么"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2103120"/>
            <a:ext cx="1828800" cy="1188720"/>
          </a:xfrm>
          <a:prstGeom prst="roundRect">
            <a:avLst/>
          </a:prstGeom>
          <a:solidFill>
            <a:srgbClr val="889DF0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📖 我读</a:t>
            </a:r>
            <a:br/>
            <a:r>
              <a:t>PRD/ARCH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1828800" cy="1188720"/>
          </a:xfrm>
          <a:prstGeom prst="roundRect">
            <a:avLst/>
          </a:prstGeom>
          <a:solidFill>
            <a:srgbClr val="B39EF3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📐 我</a:t>
            </a:r>
            <a:br/>
            <a:r>
              <a:t>出方案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103120"/>
            <a:ext cx="1828800" cy="1188720"/>
          </a:xfrm>
          <a:prstGeom prst="roundRect">
            <a:avLst/>
          </a:prstGeom>
          <a:solidFill>
            <a:srgbClr val="F5C31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⏸ 等</a:t>
            </a:r>
            <a:br/>
            <a:r>
              <a:t>你批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1828800" cy="1188720"/>
          </a:xfrm>
          <a:prstGeom prst="roundRect">
            <a:avLst/>
          </a:prstGeom>
          <a:solidFill>
            <a:srgbClr val="6FBA2C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💻 我</a:t>
            </a:r>
            <a:br/>
            <a:r>
              <a:t>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61320" y="2103120"/>
            <a:ext cx="1828800" cy="1188720"/>
          </a:xfrm>
          <a:prstGeom prst="roundRect">
            <a:avLst/>
          </a:prstGeom>
          <a:solidFill>
            <a:srgbClr val="19C8B9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🔍 我</a:t>
            </a:r>
            <a:br/>
            <a:r>
              <a:t>自检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0" y="2103120"/>
            <a:ext cx="1828800" cy="1188720"/>
          </a:xfrm>
          <a:prstGeom prst="roundRect">
            <a:avLst/>
          </a:prstGeom>
          <a:solidFill>
            <a:srgbClr val="F7CD67"/>
          </a:solidFill>
          <a:ln w="19050">
            <a:solidFill>
              <a:srgbClr val="C4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4F27"/>
                </a:solidFill>
              </a:defRPr>
            </a:pPr>
            <a:r>
              <a:t>📋 输出</a:t>
            </a:r>
            <a:br/>
            <a:r>
              <a:t>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94F27"/>
                </a:solidFill>
                <a:latin typeface="Noto Sans SC"/>
              </a:defRPr>
            </a:pPr>
            <a:r>
              <a:t>你负责"要做什么"和"审批方案"。我负责"怎么做"和"做完了没有"。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7B66"/>
                </a:solidFill>
                <a:latin typeface="Noto Sans SC"/>
              </a:defRPr>
            </a:pPr>
            <a:r>
              <a:t>PRD 是你的设计文档，CHECKLIST 是你的验收守门员。我用它们确保代码不偏离你的意图。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4F27"/>
                </a:solidFill>
                <a:latin typeface="Noto Sans SC"/>
              </a:defRPr>
            </a:pPr>
            <a:r>
              <a:t>项目配置全貌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94360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路由表 · 身份 · 铁律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7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291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architect / developer / prd-writer / reviewer / tester / test-automator / frontend-evaluator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63854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14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63854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frontend / backend / architecture / module-boundaries / security / phone-control / conventions 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98601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6 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986016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check-boundary / check-doc-drift / auto-format / post-turn-build / protect-credentials / session-health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333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12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733348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auto-dev / prd-writer / architecture-review / quality-gate / code-health-check 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68096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4F27"/>
                </a:solidFill>
                <a:latin typeface="Noto Sans SC"/>
              </a:defRPr>
            </a:pPr>
            <a:r>
              <a:t>55+ Memories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768096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25D42"/>
                </a:solidFill>
                <a:latin typeface="Noto Sans SC"/>
              </a:defRPr>
            </a:pPr>
            <a:r>
              <a:t>覆盖：文档管理 / test-runner / CSS / 工作流 / 安全 / 编码习惯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7680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7B66"/>
                </a:solidFill>
                <a:latin typeface="Noto Sans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